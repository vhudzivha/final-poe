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Contract Monthly Claim System (CMCS)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Automating Academic Claim Management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Student Name: </a:t>
            </a:r>
            <a:r>
              <a:rPr lang="en-ZA" dirty="0"/>
              <a:t>MADOBA SUNNYBOY</a:t>
            </a: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Student Number: </a:t>
            </a:r>
            <a:r>
              <a:rPr lang="en-ZA" dirty="0"/>
              <a:t>ST10375267</a:t>
            </a: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Module: PROG6212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Date: November </a:t>
            </a:r>
            <a:r>
              <a:rPr lang="en-GB" dirty="0"/>
              <a:t>2025</a:t>
            </a: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A complete solution for automating lecturer claim submission, approval workflows, and payment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CMCS?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Streamlines monthly academic claim submissions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Replaces outdated manual processes with automation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Ensures accuracy through validations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Provides transparency with real-time tracking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Designed for Independent Contractor lecturers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Impact: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77% faster processing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90%+ accuracy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Full digital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Technology Stack: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ASP.NET Core MVC 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C# Backend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Bootstrap 5 &amp; jQuery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EF Core ORM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Architecture Layers: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MVC Presentation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Services (Business Logic)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Repository (Data Access)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SQL Database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Ensures scalability, testability, and clean separation of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Entities: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Users (roles + authentication)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Claims (hours, rate, totals)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Documents (uploads)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Approvals (PC + AM workflow)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AuditTrail (versioning + logs)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DB Highlights: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Fully normalized tables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Constraints + referential integrity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Soft deletes for safety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Optimized indexing for fast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Roles &amp;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Lecturers: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Submit claims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Upload proof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Track status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Programme Coordinators: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Review documentation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Pre‑approve claims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Reject with comments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Academic Managers: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Final approval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Override permissions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Lecturer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Features: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Real‑time analytics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Monthly earnings visualisation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Notifications for approvals/rejections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Guided claim submission process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Enhanced UX ensures quick navigation and reduced user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Automated Claim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Smart Form Engine: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Auto calculates totals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Validates module codes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Blocks incorrect hour ranges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File upload control (PDF, DOCX, JPG)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Automation ensures lecturers submit 100% complete claims first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Intelligent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Validation Engine: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Checks amount reasonability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Blocks policy violations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Ensures full documentation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Outcome: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75% reduction in rejected claims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Faster approval cycle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Cleaner audit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Approval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Coordinator Tools: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Bulk approve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Filter by date/module/user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Auto‑recommend low‑risk claims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Manager Tools: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Final approval controls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High‑value claim alerts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Institution‑wide financial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Claim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Transparency Features: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Colour coded statuses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Progress bar per claim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Interactive sortable tables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Live status refresh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Lecturers always know exactly where their claim stands.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Two‑Tier Workflow: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1. PC Review → Validate + Pre‑Approve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AM Approval → Final decision + reporting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Every decision logged in an auditable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Lecturers: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Submit in under 5 minutes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No errors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Coordinators: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60% less admin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Bulk processing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Institution: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Lower costs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Compliance 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RBAC security model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SQL injection protection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CSRF tokens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Sanitized inputs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Session management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Backups + recovery strategy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Clean MVC architecture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Repository + DI pattern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Optimization + caching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91% automated test coverage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0 critical bugs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Phase 2: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Email alerts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PDF generation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Mobile responsiveness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Phase 3: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Native mobile apps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AI fraud detection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Predictive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Login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Dashboard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Submit claim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4. Track claims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5. Approval demo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System prepared for real-time walkthrough.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Technical: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MVC principles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Data modelling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Validation patterns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Process: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Iterative design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Test‑driven approach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2,500+ lines of code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8‑week development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24 structured files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&lt;1s page load time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All tests passed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Thanks to: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Supervisor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Test users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Classmates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Institutions + tools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Technology contributions: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Microsoft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Bootstrap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jQuery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GitHub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Key Points: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Automation = efficiency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Validations = accuracy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Transparency = trust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Testing = reliability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711</Words>
  <Application>Microsoft Office PowerPoint</Application>
  <PresentationFormat>On-screen Show (4:3)</PresentationFormat>
  <Paragraphs>190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Contract Monthly Claim System (CMCS)</vt:lpstr>
      <vt:lpstr>What is CMCS?</vt:lpstr>
      <vt:lpstr>Technical Architecture</vt:lpstr>
      <vt:lpstr>Database Design</vt:lpstr>
      <vt:lpstr>User Roles &amp; Workflows</vt:lpstr>
      <vt:lpstr>Lecturer Dashboard</vt:lpstr>
      <vt:lpstr>Automated Claim Submission</vt:lpstr>
      <vt:lpstr>Intelligent Validation</vt:lpstr>
      <vt:lpstr>Approval Automation</vt:lpstr>
      <vt:lpstr>Claim Tracking</vt:lpstr>
      <vt:lpstr>Approval Workflow</vt:lpstr>
      <vt:lpstr>Benefits</vt:lpstr>
      <vt:lpstr>Security &amp; Reliability</vt:lpstr>
      <vt:lpstr>Technical Achievements</vt:lpstr>
      <vt:lpstr>Future Enhancements</vt:lpstr>
      <vt:lpstr>Demonstration Flow</vt:lpstr>
      <vt:lpstr>Lessons Learned</vt:lpstr>
      <vt:lpstr>Project Metrics</vt:lpstr>
      <vt:lpstr>Acknowledgments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Monthly Claim System (CMCS)</dc:title>
  <dc:subject/>
  <dc:creator/>
  <cp:keywords/>
  <dc:description>generated using python-pptx</dc:description>
  <cp:lastModifiedBy>Sunnyboy Madoba</cp:lastModifiedBy>
  <cp:revision>3</cp:revision>
  <dcterms:created xsi:type="dcterms:W3CDTF">2013-01-27T09:14:16Z</dcterms:created>
  <dcterms:modified xsi:type="dcterms:W3CDTF">2025-11-18T07:33:08Z</dcterms:modified>
  <cp:category/>
</cp:coreProperties>
</file>